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3916F-F596-60FE-D4EC-82E455386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986F12-F8F2-17A9-3CB7-A06445A2C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41774A-E8A4-61BE-EE24-DA145D11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F85B67-AEBD-4FA3-9192-2CCC21963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39CCDE-2A46-7FF3-E847-886A8F5FD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43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1419E3-8B68-A511-E5A0-C6285642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D504C8-41A7-9E88-34A1-2C53ACF73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73FFA7-C59E-6675-48BB-F09E1F3D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C10CB0-08B9-579F-DED5-62195CC0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6BF5AC-254A-37F1-A72E-95438B7B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452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786C1A-589C-9F4A-1694-DD759EE7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A10DC5-DDAF-DAC6-1693-E458373F9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D9C872-6149-FB1A-3CA7-F22FD4A47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674FDF-73AF-F628-9707-7F4FEB99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1532AF-9DBE-F54D-90CA-AEB1E2470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86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61593-FC38-6A84-5BFA-BE7806728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CEB5D8-31AF-439E-F563-280F7DDA7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8DCF38-53A3-6B61-999E-D19C6FF7E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DE0041-3C2B-5B3E-6A01-30E111A8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55548E-7222-F149-3E6A-B3BC6976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787D8E-5772-FC11-FEB1-FD3EE270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23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67C9A0-5183-272B-6B79-EE012E60D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16D72C-63DE-E1CB-B1DF-E19E90ABB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F73790-B963-7581-D1B2-5E13E057C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CE74758-21FE-EE81-80EB-889B92B7A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39692F-870D-1DAD-3798-2F230C4C4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2BAA2B8-A73C-34D4-DC59-CC85BAFC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55235A3-2F19-A094-4B32-590B5971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3905517-222B-AA5E-6845-EC4FAA3B2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779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15C86-3EBA-549F-B5F0-5FD77A4A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C8C48B-C9AE-9F0E-1833-46EABDE3C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ADAF9D-64FD-4F33-BEE3-D54B2BE8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0E3CD3-C732-5298-B11A-C1BD25A7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956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9CD04E9-94A5-AACC-B603-AB891B31C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7ECF41-D577-C6BA-2D7B-FE8BFDED4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B39029-138C-55DF-77BD-FA0E6826B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81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3CBB99-5125-C1A3-CAC7-EE69FDB1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3948E5-9316-6B98-351C-9183EB896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F9BC90-ABBA-F489-C85C-664C1124A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B5FECC4-A146-75F0-3A69-F0E6F935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601E77-9635-29CB-BD17-F86206AD4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560995-B4C6-237C-E47A-C5EA4D00E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983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6C8A8F-2474-26CD-AE3D-CE91CC6AC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0B4BA56-7C5D-8E8E-0FEC-33CF0A358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DC86F9-0D46-A319-9815-E4C161401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E6E7DB-A3B5-1CBC-0464-3E819908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41AD53F-BA6B-AF1F-7335-E0BD0254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018630-9177-7605-3E6D-9B043E0A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9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A3F7F1-D36B-CFFE-289D-9EE516919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90F416-C0F0-886B-F5F7-3C9611210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C9C5C7-7623-396A-FE37-1493DC65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EB4517-0927-87B8-F9D4-FC475400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77659E-58AB-1263-A4C0-EC1FC2C3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44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F091F49-5F88-6746-9DD0-3E46F1B31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119C9F2-0248-8260-D41A-26C1678D8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435A-519C-CEA8-37C8-CBFADABB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306B75-A50F-EF95-8A58-EF47D480A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E008DA-2E33-FA99-D638-681419F9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9708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91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8591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014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163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502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306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0567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215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0580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981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06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6695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440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9521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475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567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51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68EBA68-2442-76C0-100D-55ACEDF2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FB013-562F-ACE2-89FE-DDFBA8681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1B59EB-5A12-6425-6F41-F312B6305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A71938-1009-8145-3EEC-544F5CFC8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9456FA-81D3-377D-93D8-4DED8F128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95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569E7D7-9F95-4208-8AD2-61C53613944C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371A50-742A-4DEF-8244-CD0EE5DBE3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0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FFA9BF-75F8-8D1C-3CAF-5CB42755F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277" y="1559454"/>
            <a:ext cx="9144000" cy="899652"/>
          </a:xfrm>
        </p:spPr>
        <p:txBody>
          <a:bodyPr>
            <a:normAutofit fontScale="90000"/>
          </a:bodyPr>
          <a:lstStyle/>
          <a:p>
            <a:b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fr-FR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Gestion de Pharmacie </a:t>
            </a:r>
            <a:r>
              <a:rPr lang="fr-FR" dirty="0"/>
              <a:t>🏥</a:t>
            </a:r>
            <a:endParaRPr lang="fr-FR" b="1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B2C4F7-DD6C-E2EB-72B9-A7A938AFB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5" y="2688080"/>
            <a:ext cx="9144000" cy="171081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Inventaire des médicaments</a:t>
            </a:r>
            <a:r>
              <a:rPr lang="fr-FR" dirty="0"/>
              <a:t>💊</a:t>
            </a:r>
          </a:p>
          <a:p>
            <a:pPr>
              <a:lnSpc>
                <a:spcPct val="160000"/>
              </a:lnSpc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Suivi des dates de péremption</a:t>
            </a:r>
            <a:b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Alertes &amp; Point financier </a:t>
            </a:r>
            <a:r>
              <a:rPr lang="fr-FR" dirty="0"/>
              <a:t>📊</a:t>
            </a:r>
            <a:endParaRPr lang="fr-FR" dirty="0">
              <a:solidFill>
                <a:schemeClr val="tx1">
                  <a:lumMod val="85000"/>
                  <a:lumOff val="1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85221C-C684-BF04-208F-7D5A723FCF13}"/>
              </a:ext>
            </a:extLst>
          </p:cNvPr>
          <p:cNvSpPr txBox="1"/>
          <p:nvPr/>
        </p:nvSpPr>
        <p:spPr>
          <a:xfrm>
            <a:off x="-2458" y="4990532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Membres:</a:t>
            </a:r>
          </a:p>
        </p:txBody>
      </p:sp>
      <p:pic>
        <p:nvPicPr>
          <p:cNvPr id="7" name="Image 6" descr="Une image contenant symbole, Emblème, logo, écusson&#10;&#10;Le contenu généré par l’IA peut être incorrect.">
            <a:extLst>
              <a:ext uri="{FF2B5EF4-FFF2-40B4-BE49-F238E27FC236}">
                <a16:creationId xmlns:a16="http://schemas.microsoft.com/office/drawing/2014/main" id="{F668039F-91BD-2398-0A1A-F6F68D995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3" y="0"/>
            <a:ext cx="1714500" cy="1867467"/>
          </a:xfrm>
          <a:prstGeom prst="rect">
            <a:avLst/>
          </a:prstGeom>
        </p:spPr>
      </p:pic>
      <p:pic>
        <p:nvPicPr>
          <p:cNvPr id="9" name="Image 8" descr="Une image contenant Caractère coloré, jaune, Rectangle, vert&#10;&#10;Le contenu généré par l’IA peut être incorrect.">
            <a:extLst>
              <a:ext uri="{FF2B5EF4-FFF2-40B4-BE49-F238E27FC236}">
                <a16:creationId xmlns:a16="http://schemas.microsoft.com/office/drawing/2014/main" id="{3A5B38F7-BB78-E661-576F-B7DCD2F23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8705" y="399215"/>
            <a:ext cx="1713578" cy="108262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773DF64-E753-9BA5-A91B-4C52A018A765}"/>
              </a:ext>
            </a:extLst>
          </p:cNvPr>
          <p:cNvSpPr txBox="1"/>
          <p:nvPr/>
        </p:nvSpPr>
        <p:spPr>
          <a:xfrm>
            <a:off x="0" y="5344628"/>
            <a:ext cx="598784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AFFOGBOLO Mérite</a:t>
            </a:r>
          </a:p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AFOUTOU </a:t>
            </a:r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Luc</a:t>
            </a:r>
          </a:p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AÏNADOU Mondoukpè</a:t>
            </a:r>
          </a:p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LITCHEOU Princesse</a:t>
            </a: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21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2B81280-855C-3B5A-AD8E-31E022C71BFB}"/>
              </a:ext>
            </a:extLst>
          </p:cNvPr>
          <p:cNvSpPr txBox="1"/>
          <p:nvPr/>
        </p:nvSpPr>
        <p:spPr>
          <a:xfrm>
            <a:off x="919316" y="784573"/>
            <a:ext cx="10353367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algn="ctr"/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 I – Document de Spécifications Fonctionnelles</a:t>
            </a:r>
          </a:p>
          <a:p>
            <a:pPr algn="ctr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Diagramme de cas d’utilisation</a:t>
            </a:r>
          </a:p>
          <a:p>
            <a:pPr algn="ctr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Description textuelle des cas complexes</a:t>
            </a:r>
          </a:p>
          <a:p>
            <a:pPr algn="ctr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 II – Document d’Architecture Technique</a:t>
            </a:r>
          </a:p>
          <a:p>
            <a:pPr algn="ctr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Diagramme de classes (UML)</a:t>
            </a:r>
          </a:p>
          <a:p>
            <a:pPr algn="ctr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MLDR (Schéma relationnel)</a:t>
            </a:r>
          </a:p>
          <a:p>
            <a:pPr algn="ctr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Dictionnaire des données</a:t>
            </a:r>
          </a:p>
          <a:p>
            <a:pPr algn="ctr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endParaRPr lang="fr-FR" b="1" dirty="0"/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881320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DB9D424-1734-BD4E-BAB8-FDB817174FDD}"/>
              </a:ext>
            </a:extLst>
          </p:cNvPr>
          <p:cNvSpPr txBox="1"/>
          <p:nvPr/>
        </p:nvSpPr>
        <p:spPr>
          <a:xfrm>
            <a:off x="973393" y="2936557"/>
            <a:ext cx="957170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4000" b="1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7232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F057894-4707-4D94-2B28-9EA93073A61B}"/>
              </a:ext>
            </a:extLst>
          </p:cNvPr>
          <p:cNvSpPr txBox="1"/>
          <p:nvPr/>
        </p:nvSpPr>
        <p:spPr>
          <a:xfrm>
            <a:off x="1767992" y="5889036"/>
            <a:ext cx="8349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u="sng" dirty="0"/>
              <a:t>DIAGRAMME DE CAS D'UTILISATION de GESTION de PHARMACIE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5C01509-440F-F7C5-2A87-C79F2C98A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8" y="337381"/>
            <a:ext cx="10707329" cy="528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6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3AA8A7D8-4ED7-9BE8-799E-D24331E139C1}"/>
              </a:ext>
            </a:extLst>
          </p:cNvPr>
          <p:cNvSpPr txBox="1"/>
          <p:nvPr/>
        </p:nvSpPr>
        <p:spPr>
          <a:xfrm>
            <a:off x="1592826" y="6091084"/>
            <a:ext cx="8380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DIAGRAMME DE CAS des CLASSES de </a:t>
            </a:r>
          </a:p>
          <a:p>
            <a:pPr algn="ctr"/>
            <a:r>
              <a:rPr lang="fr-F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la Gestion de Pharmacie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89AA302-AAB5-6DFE-86A8-9D948532A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19" y="221226"/>
            <a:ext cx="10412361" cy="564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545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7640FFB-D61B-E611-2561-6830999D7A8B}"/>
              </a:ext>
            </a:extLst>
          </p:cNvPr>
          <p:cNvSpPr txBox="1"/>
          <p:nvPr/>
        </p:nvSpPr>
        <p:spPr>
          <a:xfrm>
            <a:off x="3046771" y="6149766"/>
            <a:ext cx="6098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MLDR de Gestion de Pharmacie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44D65F2-AF5C-3BAF-139B-F55173942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49" y="176980"/>
            <a:ext cx="9725101" cy="578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953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284AF5EC-73BB-E84B-D5F5-CD81EE139B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35194"/>
            <a:ext cx="3716594" cy="3716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70C0E78-FDAB-17A1-E890-F5996537C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C9EE265-D63D-41EA-42AC-2D50BBCD7AC0}"/>
              </a:ext>
            </a:extLst>
          </p:cNvPr>
          <p:cNvSpPr txBox="1"/>
          <p:nvPr/>
        </p:nvSpPr>
        <p:spPr>
          <a:xfrm>
            <a:off x="-1533831" y="2890391"/>
            <a:ext cx="104123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4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CONCLUSION</a:t>
            </a:r>
          </a:p>
          <a:p>
            <a:pPr>
              <a:buNone/>
            </a:pPr>
            <a:endParaRPr lang="fr-FR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09775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1467</TotalTime>
  <Words>97</Words>
  <Application>Microsoft Office PowerPoint</Application>
  <PresentationFormat>Grand écran</PresentationFormat>
  <Paragraphs>28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Calibri</vt:lpstr>
      <vt:lpstr>Calibri Light</vt:lpstr>
      <vt:lpstr>Garamond</vt:lpstr>
      <vt:lpstr>Thème Office</vt:lpstr>
      <vt:lpstr>Organique</vt:lpstr>
      <vt:lpstr> Gestion de Pharmacie 🏥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7</cp:revision>
  <dcterms:created xsi:type="dcterms:W3CDTF">2026-02-24T07:32:19Z</dcterms:created>
  <dcterms:modified xsi:type="dcterms:W3CDTF">2026-03-03T07:16:03Z</dcterms:modified>
</cp:coreProperties>
</file>